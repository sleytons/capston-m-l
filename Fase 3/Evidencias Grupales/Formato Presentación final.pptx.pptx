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" charset="1" panose="020F0502020204030204"/>
      <p:regular r:id="rId13"/>
    </p:embeddedFont>
    <p:embeddedFont>
      <p:font typeface="Calibri (MS) Bold" charset="1" panose="020F070203040403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1" y="3964533"/>
            <a:ext cx="1810511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Web Gestión de Flota - PepsiCo Chile.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PRESENTACIÓN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40332" y="2264800"/>
            <a:ext cx="11512089" cy="2878700"/>
            <a:chOff x="0" y="0"/>
            <a:chExt cx="15266988" cy="38176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66924" cy="3817610"/>
            </a:xfrm>
            <a:custGeom>
              <a:avLst/>
              <a:gdLst/>
              <a:ahLst/>
              <a:cxnLst/>
              <a:rect r="r" b="b" t="t" l="l"/>
              <a:pathLst>
                <a:path h="3817610" w="15266924">
                  <a:moveTo>
                    <a:pt x="0" y="381761"/>
                  </a:moveTo>
                  <a:cubicBezTo>
                    <a:pt x="0" y="170999"/>
                    <a:pt x="121793" y="0"/>
                    <a:pt x="271907" y="0"/>
                  </a:cubicBezTo>
                  <a:lnTo>
                    <a:pt x="14995018" y="0"/>
                  </a:lnTo>
                  <a:cubicBezTo>
                    <a:pt x="15145131" y="0"/>
                    <a:pt x="15266924" y="170999"/>
                    <a:pt x="15266924" y="381761"/>
                  </a:cubicBezTo>
                  <a:lnTo>
                    <a:pt x="15266924" y="3435848"/>
                  </a:lnTo>
                  <a:cubicBezTo>
                    <a:pt x="15266924" y="3646611"/>
                    <a:pt x="15145131" y="3817610"/>
                    <a:pt x="14995018" y="3817610"/>
                  </a:cubicBezTo>
                  <a:lnTo>
                    <a:pt x="271907" y="3817610"/>
                  </a:lnTo>
                  <a:cubicBezTo>
                    <a:pt x="121793" y="3817610"/>
                    <a:pt x="0" y="3646789"/>
                    <a:pt x="0" y="343584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2A7DB">
                    <a:alpha val="100000"/>
                  </a:srgbClr>
                </a:gs>
                <a:gs pos="50000">
                  <a:srgbClr val="559BDB">
                    <a:alpha val="100000"/>
                  </a:srgbClr>
                </a:gs>
                <a:gs pos="100000">
                  <a:srgbClr val="448AC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20932" y="2260012"/>
            <a:ext cx="8836276" cy="2883488"/>
            <a:chOff x="0" y="0"/>
            <a:chExt cx="11781701" cy="38446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1701" cy="3844651"/>
            </a:xfrm>
            <a:custGeom>
              <a:avLst/>
              <a:gdLst/>
              <a:ahLst/>
              <a:cxnLst/>
              <a:rect r="r" b="b" t="t" l="l"/>
              <a:pathLst>
                <a:path h="3844651" w="11781701">
                  <a:moveTo>
                    <a:pt x="0" y="0"/>
                  </a:moveTo>
                  <a:lnTo>
                    <a:pt x="11781701" y="0"/>
                  </a:lnTo>
                  <a:lnTo>
                    <a:pt x="11781701" y="3844651"/>
                  </a:lnTo>
                  <a:lnTo>
                    <a:pt x="0" y="3844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21399" t="0" r="-21399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0172" y="94693"/>
              <a:ext cx="11521357" cy="3019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34"/>
                </a:lnSpc>
              </a:pPr>
              <a:r>
                <a:rPr lang="en-US" sz="392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Matías Mora</a:t>
              </a:r>
            </a:p>
            <a:p>
              <a:pPr algn="l" marL="545858" indent="-181953" lvl="2">
                <a:lnSpc>
                  <a:spcPts val="3257"/>
                </a:lnSpc>
                <a:buFont typeface="Arial"/>
                <a:buChar char="⚬"/>
              </a:pPr>
              <a:r>
                <a:rPr lang="en-US" sz="301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Cargo: Lead Developer &amp; Arquitecto de Software.</a:t>
              </a:r>
            </a:p>
            <a:p>
              <a:pPr algn="l" marL="545858" indent="-181953" lvl="2">
                <a:lnSpc>
                  <a:spcPts val="3257"/>
                </a:lnSpc>
                <a:buFont typeface="Arial"/>
                <a:buChar char="⚬"/>
              </a:pPr>
              <a:r>
                <a:rPr lang="en-US" sz="301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Funciones: Desarrollo principal del Backend y Frontend, diseño e implementación de la Base de Datos y lógica de negocio.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45364" y="2881621"/>
            <a:ext cx="2302417" cy="1640269"/>
            <a:chOff x="0" y="0"/>
            <a:chExt cx="3053396" cy="21752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53461" cy="2175256"/>
            </a:xfrm>
            <a:custGeom>
              <a:avLst/>
              <a:gdLst/>
              <a:ahLst/>
              <a:cxnLst/>
              <a:rect r="r" b="b" t="t" l="l"/>
              <a:pathLst>
                <a:path h="2175256" w="3053461">
                  <a:moveTo>
                    <a:pt x="0" y="217551"/>
                  </a:moveTo>
                  <a:cubicBezTo>
                    <a:pt x="0" y="97409"/>
                    <a:pt x="97409" y="0"/>
                    <a:pt x="217551" y="0"/>
                  </a:cubicBezTo>
                  <a:lnTo>
                    <a:pt x="2835910" y="0"/>
                  </a:lnTo>
                  <a:cubicBezTo>
                    <a:pt x="2956052" y="0"/>
                    <a:pt x="3053461" y="97409"/>
                    <a:pt x="3053461" y="217551"/>
                  </a:cubicBezTo>
                  <a:lnTo>
                    <a:pt x="3053461" y="1957705"/>
                  </a:lnTo>
                  <a:cubicBezTo>
                    <a:pt x="3053461" y="2077847"/>
                    <a:pt x="2956052" y="2175256"/>
                    <a:pt x="2835910" y="2175256"/>
                  </a:cubicBezTo>
                  <a:lnTo>
                    <a:pt x="217551" y="2175256"/>
                  </a:lnTo>
                  <a:cubicBezTo>
                    <a:pt x="97409" y="2175256"/>
                    <a:pt x="0" y="2077847"/>
                    <a:pt x="0" y="1957705"/>
                  </a:cubicBezTo>
                  <a:close/>
                </a:path>
              </a:pathLst>
            </a:custGeom>
            <a:blipFill>
              <a:blip r:embed="rId5"/>
              <a:stretch>
                <a:fillRect l="0" t="-19829" r="0" b="-69543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140332" y="5492959"/>
            <a:ext cx="11512089" cy="2878700"/>
            <a:chOff x="0" y="0"/>
            <a:chExt cx="15266988" cy="38176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66924" cy="3817610"/>
            </a:xfrm>
            <a:custGeom>
              <a:avLst/>
              <a:gdLst/>
              <a:ahLst/>
              <a:cxnLst/>
              <a:rect r="r" b="b" t="t" l="l"/>
              <a:pathLst>
                <a:path h="3817610" w="15266924">
                  <a:moveTo>
                    <a:pt x="0" y="381761"/>
                  </a:moveTo>
                  <a:cubicBezTo>
                    <a:pt x="0" y="170999"/>
                    <a:pt x="121793" y="0"/>
                    <a:pt x="271907" y="0"/>
                  </a:cubicBezTo>
                  <a:lnTo>
                    <a:pt x="14995018" y="0"/>
                  </a:lnTo>
                  <a:cubicBezTo>
                    <a:pt x="15145131" y="0"/>
                    <a:pt x="15266924" y="170999"/>
                    <a:pt x="15266924" y="381761"/>
                  </a:cubicBezTo>
                  <a:lnTo>
                    <a:pt x="15266924" y="3435848"/>
                  </a:lnTo>
                  <a:cubicBezTo>
                    <a:pt x="15266924" y="3646611"/>
                    <a:pt x="15145131" y="3817610"/>
                    <a:pt x="14995018" y="3817610"/>
                  </a:cubicBezTo>
                  <a:lnTo>
                    <a:pt x="271907" y="3817610"/>
                  </a:lnTo>
                  <a:cubicBezTo>
                    <a:pt x="121793" y="3817610"/>
                    <a:pt x="0" y="3646789"/>
                    <a:pt x="0" y="343584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2A7DB">
                    <a:alpha val="100000"/>
                  </a:srgbClr>
                </a:gs>
                <a:gs pos="50000">
                  <a:srgbClr val="559BDB">
                    <a:alpha val="100000"/>
                  </a:srgbClr>
                </a:gs>
                <a:gs pos="100000">
                  <a:srgbClr val="448AC9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820932" y="5488171"/>
            <a:ext cx="8296326" cy="2883488"/>
          </a:xfrm>
          <a:custGeom>
            <a:avLst/>
            <a:gdLst/>
            <a:ahLst/>
            <a:cxnLst/>
            <a:rect r="r" b="b" t="t" l="l"/>
            <a:pathLst>
              <a:path h="2883488" w="8296326">
                <a:moveTo>
                  <a:pt x="0" y="0"/>
                </a:moveTo>
                <a:lnTo>
                  <a:pt x="8296326" y="0"/>
                </a:lnTo>
                <a:lnTo>
                  <a:pt x="8296326" y="2883488"/>
                </a:lnTo>
                <a:lnTo>
                  <a:pt x="0" y="2883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6046" t="0" r="-26046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345364" y="6109780"/>
            <a:ext cx="2302417" cy="1640269"/>
            <a:chOff x="0" y="0"/>
            <a:chExt cx="3053396" cy="21752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53461" cy="2175256"/>
            </a:xfrm>
            <a:custGeom>
              <a:avLst/>
              <a:gdLst/>
              <a:ahLst/>
              <a:cxnLst/>
              <a:rect r="r" b="b" t="t" l="l"/>
              <a:pathLst>
                <a:path h="2175256" w="3053461">
                  <a:moveTo>
                    <a:pt x="0" y="217551"/>
                  </a:moveTo>
                  <a:cubicBezTo>
                    <a:pt x="0" y="97409"/>
                    <a:pt x="97409" y="0"/>
                    <a:pt x="217551" y="0"/>
                  </a:cubicBezTo>
                  <a:lnTo>
                    <a:pt x="2835910" y="0"/>
                  </a:lnTo>
                  <a:cubicBezTo>
                    <a:pt x="2956052" y="0"/>
                    <a:pt x="3053461" y="97409"/>
                    <a:pt x="3053461" y="217551"/>
                  </a:cubicBezTo>
                  <a:lnTo>
                    <a:pt x="3053461" y="1957705"/>
                  </a:lnTo>
                  <a:cubicBezTo>
                    <a:pt x="3053461" y="2077847"/>
                    <a:pt x="2956052" y="2175256"/>
                    <a:pt x="2835910" y="2175256"/>
                  </a:cubicBezTo>
                  <a:lnTo>
                    <a:pt x="217551" y="2175256"/>
                  </a:lnTo>
                  <a:cubicBezTo>
                    <a:pt x="97409" y="2175256"/>
                    <a:pt x="0" y="2077847"/>
                    <a:pt x="0" y="1957705"/>
                  </a:cubicBezTo>
                  <a:close/>
                </a:path>
              </a:pathLst>
            </a:custGeom>
            <a:blipFill>
              <a:blip r:embed="rId6"/>
              <a:stretch>
                <a:fillRect l="0" t="-13256" r="0" b="-2711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810276" y="5492959"/>
            <a:ext cx="8842144" cy="2878700"/>
            <a:chOff x="0" y="0"/>
            <a:chExt cx="2328795" cy="7581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28795" cy="758176"/>
            </a:xfrm>
            <a:custGeom>
              <a:avLst/>
              <a:gdLst/>
              <a:ahLst/>
              <a:cxnLst/>
              <a:rect r="r" b="b" t="t" l="l"/>
              <a:pathLst>
                <a:path h="758176" w="2328795">
                  <a:moveTo>
                    <a:pt x="0" y="0"/>
                  </a:moveTo>
                  <a:lnTo>
                    <a:pt x="2328795" y="0"/>
                  </a:lnTo>
                  <a:lnTo>
                    <a:pt x="2328795" y="758176"/>
                  </a:lnTo>
                  <a:lnTo>
                    <a:pt x="0" y="758176"/>
                  </a:lnTo>
                  <a:close/>
                </a:path>
              </a:pathLst>
            </a:custGeom>
            <a:solidFill>
              <a:srgbClr val="22354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328795" cy="796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918508" y="5537220"/>
            <a:ext cx="8636337" cy="22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392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Sebastián Leyton</a:t>
            </a:r>
          </a:p>
          <a:p>
            <a:pPr algn="l" marL="542925" indent="-180975" lvl="2">
              <a:lnSpc>
                <a:spcPts val="324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Cargo: Scrum Master &amp; QA (Quality Assurance).</a:t>
            </a:r>
          </a:p>
          <a:p>
            <a:pPr algn="l" marL="542925" indent="-180975" lvl="2">
              <a:lnSpc>
                <a:spcPts val="324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Funciones: Gestión del proyecto y tiempos (Scrum), levantamiento de requerimientos y documentación técnica.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“Plataforma de Gestión de Flota”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8930" y="4519344"/>
            <a:ext cx="5230562" cy="182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INTEGRANTES DEL PROYECTO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62839" y="3245129"/>
            <a:ext cx="6542107" cy="6169286"/>
            <a:chOff x="0" y="0"/>
            <a:chExt cx="8722810" cy="82257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23"/>
              <a:ext cx="8697468" cy="8200343"/>
            </a:xfrm>
            <a:custGeom>
              <a:avLst/>
              <a:gdLst/>
              <a:ahLst/>
              <a:cxnLst/>
              <a:rect r="r" b="b" t="t" l="l"/>
              <a:pathLst>
                <a:path h="8200343" w="8697468">
                  <a:moveTo>
                    <a:pt x="0" y="893945"/>
                  </a:moveTo>
                  <a:cubicBezTo>
                    <a:pt x="0" y="400278"/>
                    <a:pt x="399542" y="0"/>
                    <a:pt x="892429" y="0"/>
                  </a:cubicBezTo>
                  <a:lnTo>
                    <a:pt x="7805039" y="0"/>
                  </a:lnTo>
                  <a:cubicBezTo>
                    <a:pt x="8297926" y="0"/>
                    <a:pt x="8697468" y="400278"/>
                    <a:pt x="8697468" y="893945"/>
                  </a:cubicBezTo>
                  <a:lnTo>
                    <a:pt x="8697468" y="7306398"/>
                  </a:lnTo>
                  <a:cubicBezTo>
                    <a:pt x="8697468" y="7800065"/>
                    <a:pt x="8297926" y="8200343"/>
                    <a:pt x="7805039" y="8200343"/>
                  </a:cubicBezTo>
                  <a:lnTo>
                    <a:pt x="892429" y="8200343"/>
                  </a:lnTo>
                  <a:cubicBezTo>
                    <a:pt x="399542" y="8200215"/>
                    <a:pt x="0" y="7800065"/>
                    <a:pt x="0" y="730639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22868" cy="8225789"/>
            </a:xfrm>
            <a:custGeom>
              <a:avLst/>
              <a:gdLst/>
              <a:ahLst/>
              <a:cxnLst/>
              <a:rect r="r" b="b" t="t" l="l"/>
              <a:pathLst>
                <a:path h="8225789" w="8722868">
                  <a:moveTo>
                    <a:pt x="0" y="906668"/>
                  </a:moveTo>
                  <a:cubicBezTo>
                    <a:pt x="0" y="405876"/>
                    <a:pt x="405257" y="0"/>
                    <a:pt x="905129" y="0"/>
                  </a:cubicBezTo>
                  <a:lnTo>
                    <a:pt x="7817739" y="0"/>
                  </a:lnTo>
                  <a:lnTo>
                    <a:pt x="7817739" y="12723"/>
                  </a:lnTo>
                  <a:lnTo>
                    <a:pt x="7817739" y="0"/>
                  </a:lnTo>
                  <a:cubicBezTo>
                    <a:pt x="8317611" y="0"/>
                    <a:pt x="8722868" y="405876"/>
                    <a:pt x="8722868" y="906668"/>
                  </a:cubicBezTo>
                  <a:lnTo>
                    <a:pt x="8710168" y="906668"/>
                  </a:lnTo>
                  <a:lnTo>
                    <a:pt x="8722868" y="906668"/>
                  </a:lnTo>
                  <a:lnTo>
                    <a:pt x="8722868" y="7319121"/>
                  </a:lnTo>
                  <a:lnTo>
                    <a:pt x="8710168" y="7319121"/>
                  </a:lnTo>
                  <a:lnTo>
                    <a:pt x="8722868" y="7319121"/>
                  </a:lnTo>
                  <a:cubicBezTo>
                    <a:pt x="8722868" y="7819786"/>
                    <a:pt x="8317611" y="8225789"/>
                    <a:pt x="7817739" y="8225789"/>
                  </a:cubicBezTo>
                  <a:lnTo>
                    <a:pt x="7817739" y="8213066"/>
                  </a:lnTo>
                  <a:lnTo>
                    <a:pt x="7817739" y="8225789"/>
                  </a:lnTo>
                  <a:lnTo>
                    <a:pt x="905129" y="8225789"/>
                  </a:lnTo>
                  <a:lnTo>
                    <a:pt x="905129" y="8213066"/>
                  </a:lnTo>
                  <a:lnTo>
                    <a:pt x="905129" y="8225789"/>
                  </a:lnTo>
                  <a:cubicBezTo>
                    <a:pt x="405257" y="8225662"/>
                    <a:pt x="0" y="7819786"/>
                    <a:pt x="0" y="7319121"/>
                  </a:cubicBezTo>
                  <a:lnTo>
                    <a:pt x="0" y="906668"/>
                  </a:lnTo>
                  <a:lnTo>
                    <a:pt x="12700" y="906668"/>
                  </a:lnTo>
                  <a:lnTo>
                    <a:pt x="0" y="906668"/>
                  </a:lnTo>
                  <a:moveTo>
                    <a:pt x="25400" y="906668"/>
                  </a:moveTo>
                  <a:lnTo>
                    <a:pt x="25400" y="7319121"/>
                  </a:lnTo>
                  <a:lnTo>
                    <a:pt x="12700" y="7319121"/>
                  </a:lnTo>
                  <a:lnTo>
                    <a:pt x="25400" y="7319121"/>
                  </a:lnTo>
                  <a:cubicBezTo>
                    <a:pt x="25400" y="7805790"/>
                    <a:pt x="419227" y="8200215"/>
                    <a:pt x="905129" y="8200215"/>
                  </a:cubicBezTo>
                  <a:lnTo>
                    <a:pt x="7817739" y="8200215"/>
                  </a:lnTo>
                  <a:cubicBezTo>
                    <a:pt x="8303640" y="8200215"/>
                    <a:pt x="8697468" y="7805663"/>
                    <a:pt x="8697468" y="7318994"/>
                  </a:cubicBezTo>
                  <a:lnTo>
                    <a:pt x="8697468" y="906668"/>
                  </a:lnTo>
                  <a:cubicBezTo>
                    <a:pt x="8697468" y="419999"/>
                    <a:pt x="8303514" y="25447"/>
                    <a:pt x="7817739" y="25447"/>
                  </a:cubicBezTo>
                  <a:lnTo>
                    <a:pt x="905129" y="25447"/>
                  </a:lnTo>
                  <a:lnTo>
                    <a:pt x="905129" y="12723"/>
                  </a:lnTo>
                  <a:lnTo>
                    <a:pt x="905129" y="25447"/>
                  </a:lnTo>
                  <a:cubicBezTo>
                    <a:pt x="419227" y="25447"/>
                    <a:pt x="25400" y="419999"/>
                    <a:pt x="25400" y="906668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8722810" cy="831143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 o dolor</a:t>
              </a:r>
            </a:p>
            <a:p>
              <a:pPr algn="l">
                <a:lnSpc>
                  <a:spcPts val="5040"/>
                </a:lnSpc>
              </a:pPr>
            </a:p>
            <a:p>
              <a:pPr algn="l" marL="647698" indent="-323849" lvl="1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Proceso Manual: La gestión de flota dependía de cuadernos físicos y chats de WhatsApp.</a:t>
              </a:r>
            </a:p>
            <a:p>
              <a:pPr algn="l" marL="647698" indent="-323849" lvl="1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Datos Incompletos: No existía historial de reparaciones ni trazabilidad de quién ingresaba un camión.</a:t>
              </a:r>
            </a:p>
            <a:p>
              <a:pPr algn="l" marL="647698" indent="-323849" lvl="1">
                <a:lnSpc>
                  <a:spcPts val="359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Tiempos Muertos: Imposible saber cuánto demoraba realmente una reparación.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58593" y="3256463"/>
            <a:ext cx="6730285" cy="6157952"/>
            <a:chOff x="0" y="0"/>
            <a:chExt cx="8973713" cy="82106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3065" y="12700"/>
              <a:ext cx="8947642" cy="8185277"/>
            </a:xfrm>
            <a:custGeom>
              <a:avLst/>
              <a:gdLst/>
              <a:ahLst/>
              <a:cxnLst/>
              <a:rect r="r" b="b" t="t" l="l"/>
              <a:pathLst>
                <a:path h="8185277" w="8947642">
                  <a:moveTo>
                    <a:pt x="0" y="892302"/>
                  </a:moveTo>
                  <a:cubicBezTo>
                    <a:pt x="0" y="399542"/>
                    <a:pt x="411035" y="0"/>
                    <a:pt x="918099" y="0"/>
                  </a:cubicBezTo>
                  <a:lnTo>
                    <a:pt x="8029544" y="0"/>
                  </a:lnTo>
                  <a:cubicBezTo>
                    <a:pt x="8536608" y="0"/>
                    <a:pt x="8947642" y="399542"/>
                    <a:pt x="8947642" y="892302"/>
                  </a:cubicBezTo>
                  <a:lnTo>
                    <a:pt x="8947642" y="7292975"/>
                  </a:lnTo>
                  <a:cubicBezTo>
                    <a:pt x="8947642" y="7785735"/>
                    <a:pt x="8536608" y="8185277"/>
                    <a:pt x="8029544" y="8185277"/>
                  </a:cubicBezTo>
                  <a:lnTo>
                    <a:pt x="918099" y="8185277"/>
                  </a:lnTo>
                  <a:cubicBezTo>
                    <a:pt x="411035" y="8185150"/>
                    <a:pt x="0" y="7785735"/>
                    <a:pt x="0" y="729297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73771" cy="8210677"/>
            </a:xfrm>
            <a:custGeom>
              <a:avLst/>
              <a:gdLst/>
              <a:ahLst/>
              <a:cxnLst/>
              <a:rect r="r" b="b" t="t" l="l"/>
              <a:pathLst>
                <a:path h="8210677" w="8973771">
                  <a:moveTo>
                    <a:pt x="0" y="905002"/>
                  </a:moveTo>
                  <a:cubicBezTo>
                    <a:pt x="0" y="405130"/>
                    <a:pt x="416914" y="0"/>
                    <a:pt x="931164" y="0"/>
                  </a:cubicBezTo>
                  <a:lnTo>
                    <a:pt x="8042609" y="0"/>
                  </a:lnTo>
                  <a:lnTo>
                    <a:pt x="8042609" y="12700"/>
                  </a:lnTo>
                  <a:lnTo>
                    <a:pt x="8042609" y="0"/>
                  </a:lnTo>
                  <a:cubicBezTo>
                    <a:pt x="8556859" y="0"/>
                    <a:pt x="8973771" y="405130"/>
                    <a:pt x="8973771" y="905002"/>
                  </a:cubicBezTo>
                  <a:lnTo>
                    <a:pt x="8960707" y="905002"/>
                  </a:lnTo>
                  <a:lnTo>
                    <a:pt x="8973771" y="905002"/>
                  </a:lnTo>
                  <a:lnTo>
                    <a:pt x="8973771" y="7305675"/>
                  </a:lnTo>
                  <a:lnTo>
                    <a:pt x="8960707" y="7305675"/>
                  </a:lnTo>
                  <a:lnTo>
                    <a:pt x="8973771" y="7305675"/>
                  </a:lnTo>
                  <a:cubicBezTo>
                    <a:pt x="8973771" y="7805420"/>
                    <a:pt x="8556859" y="8210677"/>
                    <a:pt x="8042609" y="8210677"/>
                  </a:cubicBezTo>
                  <a:lnTo>
                    <a:pt x="8042609" y="8197977"/>
                  </a:lnTo>
                  <a:lnTo>
                    <a:pt x="8042609" y="8210677"/>
                  </a:lnTo>
                  <a:lnTo>
                    <a:pt x="931164" y="8210677"/>
                  </a:lnTo>
                  <a:lnTo>
                    <a:pt x="931164" y="8197977"/>
                  </a:lnTo>
                  <a:lnTo>
                    <a:pt x="931164" y="8210677"/>
                  </a:lnTo>
                  <a:cubicBezTo>
                    <a:pt x="416914" y="8210550"/>
                    <a:pt x="0" y="7805420"/>
                    <a:pt x="0" y="7305675"/>
                  </a:cubicBezTo>
                  <a:lnTo>
                    <a:pt x="0" y="905002"/>
                  </a:lnTo>
                  <a:lnTo>
                    <a:pt x="13065" y="905002"/>
                  </a:lnTo>
                  <a:lnTo>
                    <a:pt x="0" y="905002"/>
                  </a:lnTo>
                  <a:moveTo>
                    <a:pt x="26131" y="905002"/>
                  </a:moveTo>
                  <a:lnTo>
                    <a:pt x="26131" y="7305675"/>
                  </a:lnTo>
                  <a:lnTo>
                    <a:pt x="13065" y="7305675"/>
                  </a:lnTo>
                  <a:lnTo>
                    <a:pt x="26131" y="7305675"/>
                  </a:lnTo>
                  <a:cubicBezTo>
                    <a:pt x="26131" y="7791450"/>
                    <a:pt x="431286" y="8185150"/>
                    <a:pt x="931164" y="8185150"/>
                  </a:cubicBezTo>
                  <a:lnTo>
                    <a:pt x="8042609" y="8185150"/>
                  </a:lnTo>
                  <a:cubicBezTo>
                    <a:pt x="8542486" y="8185150"/>
                    <a:pt x="8947641" y="7791323"/>
                    <a:pt x="8947641" y="7305548"/>
                  </a:cubicBezTo>
                  <a:lnTo>
                    <a:pt x="8947641" y="905002"/>
                  </a:lnTo>
                  <a:cubicBezTo>
                    <a:pt x="8947643" y="419227"/>
                    <a:pt x="8542357" y="25400"/>
                    <a:pt x="8042609" y="25400"/>
                  </a:cubicBezTo>
                  <a:lnTo>
                    <a:pt x="931164" y="25400"/>
                  </a:lnTo>
                  <a:lnTo>
                    <a:pt x="931164" y="12700"/>
                  </a:lnTo>
                  <a:lnTo>
                    <a:pt x="931164" y="25400"/>
                  </a:lnTo>
                  <a:cubicBezTo>
                    <a:pt x="431286" y="25400"/>
                    <a:pt x="26131" y="419227"/>
                    <a:pt x="26131" y="905002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8973713" cy="829632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Propuesta de solución</a:t>
              </a:r>
            </a:p>
            <a:p>
              <a:pPr algn="l">
                <a:lnSpc>
                  <a:spcPts val="5040"/>
                </a:lnSpc>
              </a:pP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Plataforma Web Integral: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Desarrollo de un sistema web centralizado accesible desde cualquier navegador.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de Da</a:t>
              </a: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tos Estructurada: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Migración de datos dispersos a un modelo relacional gestionado profesionalmente.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75830" y="5594862"/>
            <a:ext cx="1729863" cy="1154676"/>
            <a:chOff x="0" y="0"/>
            <a:chExt cx="2306484" cy="1539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2281174" cy="1514094"/>
            </a:xfrm>
            <a:custGeom>
              <a:avLst/>
              <a:gdLst/>
              <a:ahLst/>
              <a:cxnLst/>
              <a:rect r="r" b="b" t="t" l="l"/>
              <a:pathLst>
                <a:path h="1514094" w="2281174">
                  <a:moveTo>
                    <a:pt x="0" y="378587"/>
                  </a:moveTo>
                  <a:lnTo>
                    <a:pt x="1519809" y="378587"/>
                  </a:lnTo>
                  <a:lnTo>
                    <a:pt x="1519809" y="0"/>
                  </a:lnTo>
                  <a:lnTo>
                    <a:pt x="2281174" y="757047"/>
                  </a:lnTo>
                  <a:lnTo>
                    <a:pt x="1519809" y="1514094"/>
                  </a:lnTo>
                  <a:lnTo>
                    <a:pt x="1519809" y="1135634"/>
                  </a:lnTo>
                  <a:lnTo>
                    <a:pt x="0" y="1135634"/>
                  </a:ln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71"/>
              <a:ext cx="2306447" cy="1539409"/>
            </a:xfrm>
            <a:custGeom>
              <a:avLst/>
              <a:gdLst/>
              <a:ahLst/>
              <a:cxnLst/>
              <a:rect r="r" b="b" t="t" l="l"/>
              <a:pathLst>
                <a:path h="1539409" w="2306447">
                  <a:moveTo>
                    <a:pt x="12700" y="378516"/>
                  </a:moveTo>
                  <a:lnTo>
                    <a:pt x="1532509" y="378516"/>
                  </a:lnTo>
                  <a:lnTo>
                    <a:pt x="1532509" y="391216"/>
                  </a:lnTo>
                  <a:lnTo>
                    <a:pt x="1519809" y="391216"/>
                  </a:lnTo>
                  <a:lnTo>
                    <a:pt x="1519809" y="12629"/>
                  </a:lnTo>
                  <a:cubicBezTo>
                    <a:pt x="1519809" y="7549"/>
                    <a:pt x="1522857" y="2850"/>
                    <a:pt x="1527683" y="945"/>
                  </a:cubicBezTo>
                  <a:cubicBezTo>
                    <a:pt x="1532509" y="-960"/>
                    <a:pt x="1537843" y="56"/>
                    <a:pt x="1541526" y="3612"/>
                  </a:cubicBezTo>
                  <a:lnTo>
                    <a:pt x="2302764" y="760659"/>
                  </a:lnTo>
                  <a:cubicBezTo>
                    <a:pt x="2305177" y="763072"/>
                    <a:pt x="2306447" y="766247"/>
                    <a:pt x="2306447" y="769676"/>
                  </a:cubicBezTo>
                  <a:cubicBezTo>
                    <a:pt x="2306447" y="773105"/>
                    <a:pt x="2305050" y="776280"/>
                    <a:pt x="2302764" y="778693"/>
                  </a:cubicBezTo>
                  <a:lnTo>
                    <a:pt x="1541399" y="1535740"/>
                  </a:lnTo>
                  <a:cubicBezTo>
                    <a:pt x="1537716" y="1539296"/>
                    <a:pt x="1532255" y="1540439"/>
                    <a:pt x="1527556" y="1538407"/>
                  </a:cubicBezTo>
                  <a:cubicBezTo>
                    <a:pt x="1522857" y="1536375"/>
                    <a:pt x="1519682" y="1531803"/>
                    <a:pt x="1519682" y="1526723"/>
                  </a:cubicBezTo>
                  <a:lnTo>
                    <a:pt x="1519682" y="1148263"/>
                  </a:lnTo>
                  <a:lnTo>
                    <a:pt x="1532382" y="1148263"/>
                  </a:lnTo>
                  <a:lnTo>
                    <a:pt x="1532382" y="1160963"/>
                  </a:lnTo>
                  <a:lnTo>
                    <a:pt x="12700" y="1160963"/>
                  </a:lnTo>
                  <a:cubicBezTo>
                    <a:pt x="5715" y="1160963"/>
                    <a:pt x="0" y="1155248"/>
                    <a:pt x="0" y="1148263"/>
                  </a:cubicBezTo>
                  <a:lnTo>
                    <a:pt x="0" y="391216"/>
                  </a:lnTo>
                  <a:cubicBezTo>
                    <a:pt x="0" y="384231"/>
                    <a:pt x="5715" y="378516"/>
                    <a:pt x="12700" y="378516"/>
                  </a:cubicBezTo>
                  <a:moveTo>
                    <a:pt x="12700" y="403916"/>
                  </a:moveTo>
                  <a:lnTo>
                    <a:pt x="12700" y="391216"/>
                  </a:lnTo>
                  <a:lnTo>
                    <a:pt x="25400" y="391216"/>
                  </a:lnTo>
                  <a:lnTo>
                    <a:pt x="25400" y="1148263"/>
                  </a:lnTo>
                  <a:lnTo>
                    <a:pt x="12700" y="1148263"/>
                  </a:lnTo>
                  <a:lnTo>
                    <a:pt x="12700" y="1135563"/>
                  </a:lnTo>
                  <a:lnTo>
                    <a:pt x="1532509" y="1135563"/>
                  </a:lnTo>
                  <a:cubicBezTo>
                    <a:pt x="1539494" y="1135563"/>
                    <a:pt x="1545209" y="1141278"/>
                    <a:pt x="1545209" y="1148263"/>
                  </a:cubicBezTo>
                  <a:lnTo>
                    <a:pt x="1545209" y="1526850"/>
                  </a:lnTo>
                  <a:lnTo>
                    <a:pt x="1532509" y="1526850"/>
                  </a:lnTo>
                  <a:lnTo>
                    <a:pt x="1523492" y="1517833"/>
                  </a:lnTo>
                  <a:lnTo>
                    <a:pt x="2284857" y="760659"/>
                  </a:lnTo>
                  <a:lnTo>
                    <a:pt x="2293874" y="769676"/>
                  </a:lnTo>
                  <a:lnTo>
                    <a:pt x="2284857" y="778693"/>
                  </a:lnTo>
                  <a:lnTo>
                    <a:pt x="1523492" y="21646"/>
                  </a:lnTo>
                  <a:lnTo>
                    <a:pt x="1532509" y="12629"/>
                  </a:lnTo>
                  <a:lnTo>
                    <a:pt x="1545209" y="12629"/>
                  </a:lnTo>
                  <a:lnTo>
                    <a:pt x="1545209" y="391216"/>
                  </a:lnTo>
                  <a:cubicBezTo>
                    <a:pt x="1545209" y="398201"/>
                    <a:pt x="1539494" y="403916"/>
                    <a:pt x="1532509" y="403916"/>
                  </a:cubicBezTo>
                  <a:lnTo>
                    <a:pt x="12700" y="403916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“Plataforma de Gestión de Flota”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" y="1627694"/>
            <a:ext cx="18105118" cy="99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DESCRIPCIÓN DEL PROYECTO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2" y="3964533"/>
            <a:ext cx="18105118" cy="175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DEMOSTRACIÓN DEL RESULTADO DEL PROYECTO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*Exposición del sistema</a:t>
            </a:r>
          </a:p>
        </p:txBody>
      </p:sp>
      <p:sp>
        <p:nvSpPr>
          <p:cNvPr name="AutoShape 5" id="5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“Plataforma de Gestión de Flota”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75030" y="2091487"/>
            <a:ext cx="7337941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Resultados obtenidos</a:t>
            </a:r>
          </a:p>
        </p:txBody>
      </p:sp>
      <p:sp>
        <p:nvSpPr>
          <p:cNvPr name="AutoShape 5" id="5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“Plataforma de Gestión de Flota”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836521" y="3297084"/>
            <a:ext cx="6542107" cy="2682552"/>
            <a:chOff x="0" y="0"/>
            <a:chExt cx="8722810" cy="357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5532"/>
              <a:ext cx="8697468" cy="3565704"/>
            </a:xfrm>
            <a:custGeom>
              <a:avLst/>
              <a:gdLst/>
              <a:ahLst/>
              <a:cxnLst/>
              <a:rect r="r" b="b" t="t" l="l"/>
              <a:pathLst>
                <a:path h="3565704" w="8697468">
                  <a:moveTo>
                    <a:pt x="0" y="388709"/>
                  </a:moveTo>
                  <a:cubicBezTo>
                    <a:pt x="0" y="174051"/>
                    <a:pt x="399542" y="0"/>
                    <a:pt x="892429" y="0"/>
                  </a:cubicBezTo>
                  <a:lnTo>
                    <a:pt x="7805039" y="0"/>
                  </a:lnTo>
                  <a:cubicBezTo>
                    <a:pt x="8297926" y="0"/>
                    <a:pt x="8697468" y="174051"/>
                    <a:pt x="8697468" y="388709"/>
                  </a:cubicBezTo>
                  <a:lnTo>
                    <a:pt x="8697468" y="3176996"/>
                  </a:lnTo>
                  <a:cubicBezTo>
                    <a:pt x="8697468" y="3391654"/>
                    <a:pt x="8297926" y="3565705"/>
                    <a:pt x="7805039" y="3565705"/>
                  </a:cubicBezTo>
                  <a:lnTo>
                    <a:pt x="892429" y="3565705"/>
                  </a:lnTo>
                  <a:cubicBezTo>
                    <a:pt x="399542" y="3565649"/>
                    <a:pt x="0" y="3391654"/>
                    <a:pt x="0" y="317699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22868" cy="3576812"/>
            </a:xfrm>
            <a:custGeom>
              <a:avLst/>
              <a:gdLst/>
              <a:ahLst/>
              <a:cxnLst/>
              <a:rect r="r" b="b" t="t" l="l"/>
              <a:pathLst>
                <a:path h="3576812" w="8722868">
                  <a:moveTo>
                    <a:pt x="0" y="394241"/>
                  </a:moveTo>
                  <a:cubicBezTo>
                    <a:pt x="0" y="176484"/>
                    <a:pt x="405257" y="0"/>
                    <a:pt x="905129" y="0"/>
                  </a:cubicBezTo>
                  <a:lnTo>
                    <a:pt x="7817739" y="0"/>
                  </a:lnTo>
                  <a:lnTo>
                    <a:pt x="7817739" y="5532"/>
                  </a:lnTo>
                  <a:lnTo>
                    <a:pt x="7817739" y="0"/>
                  </a:lnTo>
                  <a:cubicBezTo>
                    <a:pt x="8317611" y="0"/>
                    <a:pt x="8722868" y="176484"/>
                    <a:pt x="8722868" y="394241"/>
                  </a:cubicBezTo>
                  <a:lnTo>
                    <a:pt x="8710168" y="394241"/>
                  </a:lnTo>
                  <a:lnTo>
                    <a:pt x="8722868" y="394241"/>
                  </a:lnTo>
                  <a:lnTo>
                    <a:pt x="8722868" y="3182528"/>
                  </a:lnTo>
                  <a:lnTo>
                    <a:pt x="8710168" y="3182528"/>
                  </a:lnTo>
                  <a:lnTo>
                    <a:pt x="8722868" y="3182528"/>
                  </a:lnTo>
                  <a:cubicBezTo>
                    <a:pt x="8722868" y="3400229"/>
                    <a:pt x="8317611" y="3576812"/>
                    <a:pt x="7817739" y="3576812"/>
                  </a:cubicBezTo>
                  <a:lnTo>
                    <a:pt x="7817739" y="3571237"/>
                  </a:lnTo>
                  <a:lnTo>
                    <a:pt x="7817739" y="3576812"/>
                  </a:lnTo>
                  <a:lnTo>
                    <a:pt x="905129" y="3576812"/>
                  </a:lnTo>
                  <a:lnTo>
                    <a:pt x="905129" y="3571237"/>
                  </a:lnTo>
                  <a:lnTo>
                    <a:pt x="905129" y="3576812"/>
                  </a:lnTo>
                  <a:cubicBezTo>
                    <a:pt x="405257" y="3576714"/>
                    <a:pt x="0" y="3400229"/>
                    <a:pt x="0" y="3182528"/>
                  </a:cubicBezTo>
                  <a:lnTo>
                    <a:pt x="0" y="394241"/>
                  </a:lnTo>
                  <a:lnTo>
                    <a:pt x="12700" y="394241"/>
                  </a:lnTo>
                  <a:lnTo>
                    <a:pt x="0" y="394241"/>
                  </a:lnTo>
                  <a:moveTo>
                    <a:pt x="25400" y="394241"/>
                  </a:moveTo>
                  <a:lnTo>
                    <a:pt x="25400" y="3182528"/>
                  </a:lnTo>
                  <a:lnTo>
                    <a:pt x="12700" y="3182528"/>
                  </a:lnTo>
                  <a:lnTo>
                    <a:pt x="25400" y="3182528"/>
                  </a:lnTo>
                  <a:cubicBezTo>
                    <a:pt x="25400" y="3394144"/>
                    <a:pt x="419227" y="3565649"/>
                    <a:pt x="905129" y="3565649"/>
                  </a:cubicBezTo>
                  <a:lnTo>
                    <a:pt x="7817739" y="3565649"/>
                  </a:lnTo>
                  <a:cubicBezTo>
                    <a:pt x="8303640" y="3565649"/>
                    <a:pt x="8697468" y="3394089"/>
                    <a:pt x="8697468" y="3182473"/>
                  </a:cubicBezTo>
                  <a:lnTo>
                    <a:pt x="8697468" y="394241"/>
                  </a:lnTo>
                  <a:cubicBezTo>
                    <a:pt x="8697468" y="182625"/>
                    <a:pt x="8303514" y="11065"/>
                    <a:pt x="7817739" y="11065"/>
                  </a:cubicBezTo>
                  <a:lnTo>
                    <a:pt x="905129" y="11065"/>
                  </a:lnTo>
                  <a:lnTo>
                    <a:pt x="905129" y="5532"/>
                  </a:lnTo>
                  <a:lnTo>
                    <a:pt x="905129" y="11065"/>
                  </a:lnTo>
                  <a:cubicBezTo>
                    <a:pt x="419227" y="11065"/>
                    <a:pt x="25400" y="182625"/>
                    <a:pt x="25400" y="394241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8722810" cy="366246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Digita</a:t>
              </a:r>
              <a:r>
                <a:rPr lang="en-US" sz="42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lización Exitosa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</a:t>
              </a:r>
              <a:r>
                <a:rPr lang="en-US" sz="2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 100% del proceso operativo ahora ocurre en la plataforma PHP, eliminando planillas locales.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87174" y="3297084"/>
            <a:ext cx="6542107" cy="2682552"/>
            <a:chOff x="0" y="0"/>
            <a:chExt cx="8722810" cy="3576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5532"/>
              <a:ext cx="8697468" cy="3565704"/>
            </a:xfrm>
            <a:custGeom>
              <a:avLst/>
              <a:gdLst/>
              <a:ahLst/>
              <a:cxnLst/>
              <a:rect r="r" b="b" t="t" l="l"/>
              <a:pathLst>
                <a:path h="3565704" w="8697468">
                  <a:moveTo>
                    <a:pt x="0" y="388709"/>
                  </a:moveTo>
                  <a:cubicBezTo>
                    <a:pt x="0" y="174051"/>
                    <a:pt x="399542" y="0"/>
                    <a:pt x="892429" y="0"/>
                  </a:cubicBezTo>
                  <a:lnTo>
                    <a:pt x="7805039" y="0"/>
                  </a:lnTo>
                  <a:cubicBezTo>
                    <a:pt x="8297926" y="0"/>
                    <a:pt x="8697468" y="174051"/>
                    <a:pt x="8697468" y="388709"/>
                  </a:cubicBezTo>
                  <a:lnTo>
                    <a:pt x="8697468" y="3176996"/>
                  </a:lnTo>
                  <a:cubicBezTo>
                    <a:pt x="8697468" y="3391654"/>
                    <a:pt x="8297926" y="3565705"/>
                    <a:pt x="7805039" y="3565705"/>
                  </a:cubicBezTo>
                  <a:lnTo>
                    <a:pt x="892429" y="3565705"/>
                  </a:lnTo>
                  <a:cubicBezTo>
                    <a:pt x="399542" y="3565649"/>
                    <a:pt x="0" y="3391654"/>
                    <a:pt x="0" y="317699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22868" cy="3576812"/>
            </a:xfrm>
            <a:custGeom>
              <a:avLst/>
              <a:gdLst/>
              <a:ahLst/>
              <a:cxnLst/>
              <a:rect r="r" b="b" t="t" l="l"/>
              <a:pathLst>
                <a:path h="3576812" w="8722868">
                  <a:moveTo>
                    <a:pt x="0" y="394241"/>
                  </a:moveTo>
                  <a:cubicBezTo>
                    <a:pt x="0" y="176484"/>
                    <a:pt x="405257" y="0"/>
                    <a:pt x="905129" y="0"/>
                  </a:cubicBezTo>
                  <a:lnTo>
                    <a:pt x="7817739" y="0"/>
                  </a:lnTo>
                  <a:lnTo>
                    <a:pt x="7817739" y="5532"/>
                  </a:lnTo>
                  <a:lnTo>
                    <a:pt x="7817739" y="0"/>
                  </a:lnTo>
                  <a:cubicBezTo>
                    <a:pt x="8317611" y="0"/>
                    <a:pt x="8722868" y="176484"/>
                    <a:pt x="8722868" y="394241"/>
                  </a:cubicBezTo>
                  <a:lnTo>
                    <a:pt x="8710168" y="394241"/>
                  </a:lnTo>
                  <a:lnTo>
                    <a:pt x="8722868" y="394241"/>
                  </a:lnTo>
                  <a:lnTo>
                    <a:pt x="8722868" y="3182528"/>
                  </a:lnTo>
                  <a:lnTo>
                    <a:pt x="8710168" y="3182528"/>
                  </a:lnTo>
                  <a:lnTo>
                    <a:pt x="8722868" y="3182528"/>
                  </a:lnTo>
                  <a:cubicBezTo>
                    <a:pt x="8722868" y="3400229"/>
                    <a:pt x="8317611" y="3576812"/>
                    <a:pt x="7817739" y="3576812"/>
                  </a:cubicBezTo>
                  <a:lnTo>
                    <a:pt x="7817739" y="3571237"/>
                  </a:lnTo>
                  <a:lnTo>
                    <a:pt x="7817739" y="3576812"/>
                  </a:lnTo>
                  <a:lnTo>
                    <a:pt x="905129" y="3576812"/>
                  </a:lnTo>
                  <a:lnTo>
                    <a:pt x="905129" y="3571237"/>
                  </a:lnTo>
                  <a:lnTo>
                    <a:pt x="905129" y="3576812"/>
                  </a:lnTo>
                  <a:cubicBezTo>
                    <a:pt x="405257" y="3576714"/>
                    <a:pt x="0" y="3400229"/>
                    <a:pt x="0" y="3182528"/>
                  </a:cubicBezTo>
                  <a:lnTo>
                    <a:pt x="0" y="394241"/>
                  </a:lnTo>
                  <a:lnTo>
                    <a:pt x="12700" y="394241"/>
                  </a:lnTo>
                  <a:lnTo>
                    <a:pt x="0" y="394241"/>
                  </a:lnTo>
                  <a:moveTo>
                    <a:pt x="25400" y="394241"/>
                  </a:moveTo>
                  <a:lnTo>
                    <a:pt x="25400" y="3182528"/>
                  </a:lnTo>
                  <a:lnTo>
                    <a:pt x="12700" y="3182528"/>
                  </a:lnTo>
                  <a:lnTo>
                    <a:pt x="25400" y="3182528"/>
                  </a:lnTo>
                  <a:cubicBezTo>
                    <a:pt x="25400" y="3394144"/>
                    <a:pt x="419227" y="3565649"/>
                    <a:pt x="905129" y="3565649"/>
                  </a:cubicBezTo>
                  <a:lnTo>
                    <a:pt x="7817739" y="3565649"/>
                  </a:lnTo>
                  <a:cubicBezTo>
                    <a:pt x="8303640" y="3565649"/>
                    <a:pt x="8697468" y="3394089"/>
                    <a:pt x="8697468" y="3182473"/>
                  </a:cubicBezTo>
                  <a:lnTo>
                    <a:pt x="8697468" y="394241"/>
                  </a:lnTo>
                  <a:cubicBezTo>
                    <a:pt x="8697468" y="182625"/>
                    <a:pt x="8303514" y="11065"/>
                    <a:pt x="7817739" y="11065"/>
                  </a:cubicBezTo>
                  <a:lnTo>
                    <a:pt x="905129" y="11065"/>
                  </a:lnTo>
                  <a:lnTo>
                    <a:pt x="905129" y="5532"/>
                  </a:lnTo>
                  <a:lnTo>
                    <a:pt x="905129" y="11065"/>
                  </a:lnTo>
                  <a:cubicBezTo>
                    <a:pt x="419227" y="11065"/>
                    <a:pt x="25400" y="182625"/>
                    <a:pt x="25400" y="394241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8722810" cy="366246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Integridad de</a:t>
              </a:r>
              <a:r>
                <a:rPr lang="en-US" sz="42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Datos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Grac</a:t>
              </a:r>
              <a:r>
                <a:rPr lang="en-US" sz="2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ias a la gestión con “DBeaver”, logramos una estructura de base de datos limpia, sin duplicados y fácil de auditar.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47620" y="6619558"/>
            <a:ext cx="6542107" cy="2579524"/>
            <a:chOff x="0" y="0"/>
            <a:chExt cx="8722810" cy="34393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5320"/>
              <a:ext cx="8697468" cy="3428756"/>
            </a:xfrm>
            <a:custGeom>
              <a:avLst/>
              <a:gdLst/>
              <a:ahLst/>
              <a:cxnLst/>
              <a:rect r="r" b="b" t="t" l="l"/>
              <a:pathLst>
                <a:path h="3428756" w="8697468">
                  <a:moveTo>
                    <a:pt x="0" y="373779"/>
                  </a:moveTo>
                  <a:cubicBezTo>
                    <a:pt x="0" y="167365"/>
                    <a:pt x="399542" y="0"/>
                    <a:pt x="892429" y="0"/>
                  </a:cubicBezTo>
                  <a:lnTo>
                    <a:pt x="7805039" y="0"/>
                  </a:lnTo>
                  <a:cubicBezTo>
                    <a:pt x="8297926" y="0"/>
                    <a:pt x="8697468" y="167365"/>
                    <a:pt x="8697468" y="373779"/>
                  </a:cubicBezTo>
                  <a:lnTo>
                    <a:pt x="8697468" y="3054977"/>
                  </a:lnTo>
                  <a:cubicBezTo>
                    <a:pt x="8697468" y="3261391"/>
                    <a:pt x="8297926" y="3428756"/>
                    <a:pt x="7805039" y="3428756"/>
                  </a:cubicBezTo>
                  <a:lnTo>
                    <a:pt x="892429" y="3428756"/>
                  </a:lnTo>
                  <a:cubicBezTo>
                    <a:pt x="399542" y="3428703"/>
                    <a:pt x="0" y="3261391"/>
                    <a:pt x="0" y="305497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22868" cy="3439440"/>
            </a:xfrm>
            <a:custGeom>
              <a:avLst/>
              <a:gdLst/>
              <a:ahLst/>
              <a:cxnLst/>
              <a:rect r="r" b="b" t="t" l="l"/>
              <a:pathLst>
                <a:path h="3439440" w="8722868">
                  <a:moveTo>
                    <a:pt x="0" y="379099"/>
                  </a:moveTo>
                  <a:cubicBezTo>
                    <a:pt x="0" y="169706"/>
                    <a:pt x="405257" y="0"/>
                    <a:pt x="905129" y="0"/>
                  </a:cubicBezTo>
                  <a:lnTo>
                    <a:pt x="7817739" y="0"/>
                  </a:lnTo>
                  <a:lnTo>
                    <a:pt x="7817739" y="5320"/>
                  </a:lnTo>
                  <a:lnTo>
                    <a:pt x="7817739" y="0"/>
                  </a:lnTo>
                  <a:cubicBezTo>
                    <a:pt x="8317611" y="0"/>
                    <a:pt x="8722868" y="169706"/>
                    <a:pt x="8722868" y="379099"/>
                  </a:cubicBezTo>
                  <a:lnTo>
                    <a:pt x="8710168" y="379099"/>
                  </a:lnTo>
                  <a:lnTo>
                    <a:pt x="8722868" y="379099"/>
                  </a:lnTo>
                  <a:lnTo>
                    <a:pt x="8722868" y="3060297"/>
                  </a:lnTo>
                  <a:lnTo>
                    <a:pt x="8710168" y="3060297"/>
                  </a:lnTo>
                  <a:lnTo>
                    <a:pt x="8722868" y="3060297"/>
                  </a:lnTo>
                  <a:cubicBezTo>
                    <a:pt x="8722868" y="3269636"/>
                    <a:pt x="8317611" y="3439440"/>
                    <a:pt x="7817739" y="3439440"/>
                  </a:cubicBezTo>
                  <a:lnTo>
                    <a:pt x="7817739" y="3434076"/>
                  </a:lnTo>
                  <a:lnTo>
                    <a:pt x="7817739" y="3439440"/>
                  </a:lnTo>
                  <a:lnTo>
                    <a:pt x="905129" y="3439440"/>
                  </a:lnTo>
                  <a:lnTo>
                    <a:pt x="905129" y="3434076"/>
                  </a:lnTo>
                  <a:lnTo>
                    <a:pt x="905129" y="3439440"/>
                  </a:lnTo>
                  <a:cubicBezTo>
                    <a:pt x="405257" y="3439343"/>
                    <a:pt x="0" y="3269636"/>
                    <a:pt x="0" y="3060297"/>
                  </a:cubicBezTo>
                  <a:lnTo>
                    <a:pt x="0" y="379099"/>
                  </a:lnTo>
                  <a:lnTo>
                    <a:pt x="12700" y="379099"/>
                  </a:lnTo>
                  <a:lnTo>
                    <a:pt x="0" y="379099"/>
                  </a:lnTo>
                  <a:moveTo>
                    <a:pt x="25400" y="379099"/>
                  </a:moveTo>
                  <a:lnTo>
                    <a:pt x="25400" y="3060297"/>
                  </a:lnTo>
                  <a:lnTo>
                    <a:pt x="12700" y="3060297"/>
                  </a:lnTo>
                  <a:lnTo>
                    <a:pt x="25400" y="3060297"/>
                  </a:lnTo>
                  <a:cubicBezTo>
                    <a:pt x="25400" y="3263785"/>
                    <a:pt x="419227" y="3428703"/>
                    <a:pt x="905129" y="3428703"/>
                  </a:cubicBezTo>
                  <a:lnTo>
                    <a:pt x="7817739" y="3428703"/>
                  </a:lnTo>
                  <a:cubicBezTo>
                    <a:pt x="8303640" y="3428703"/>
                    <a:pt x="8697468" y="3263731"/>
                    <a:pt x="8697468" y="3060244"/>
                  </a:cubicBezTo>
                  <a:lnTo>
                    <a:pt x="8697468" y="379099"/>
                  </a:lnTo>
                  <a:cubicBezTo>
                    <a:pt x="8697468" y="175611"/>
                    <a:pt x="8303514" y="10640"/>
                    <a:pt x="7817739" y="10640"/>
                  </a:cubicBezTo>
                  <a:lnTo>
                    <a:pt x="905129" y="10640"/>
                  </a:lnTo>
                  <a:lnTo>
                    <a:pt x="905129" y="5320"/>
                  </a:lnTo>
                  <a:lnTo>
                    <a:pt x="905129" y="10640"/>
                  </a:lnTo>
                  <a:cubicBezTo>
                    <a:pt x="419227" y="10640"/>
                    <a:pt x="25400" y="175611"/>
                    <a:pt x="25400" y="379099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8722810" cy="35250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Rendimiento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uso de PHP permitió un sistema rápido que no satura la red de la planta.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98274" y="6619558"/>
            <a:ext cx="6542107" cy="2579524"/>
            <a:chOff x="0" y="0"/>
            <a:chExt cx="8722810" cy="34393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5320"/>
              <a:ext cx="8697468" cy="3428756"/>
            </a:xfrm>
            <a:custGeom>
              <a:avLst/>
              <a:gdLst/>
              <a:ahLst/>
              <a:cxnLst/>
              <a:rect r="r" b="b" t="t" l="l"/>
              <a:pathLst>
                <a:path h="3428756" w="8697468">
                  <a:moveTo>
                    <a:pt x="0" y="373779"/>
                  </a:moveTo>
                  <a:cubicBezTo>
                    <a:pt x="0" y="167365"/>
                    <a:pt x="399542" y="0"/>
                    <a:pt x="892429" y="0"/>
                  </a:cubicBezTo>
                  <a:lnTo>
                    <a:pt x="7805039" y="0"/>
                  </a:lnTo>
                  <a:cubicBezTo>
                    <a:pt x="8297926" y="0"/>
                    <a:pt x="8697468" y="167365"/>
                    <a:pt x="8697468" y="373779"/>
                  </a:cubicBezTo>
                  <a:lnTo>
                    <a:pt x="8697468" y="3054977"/>
                  </a:lnTo>
                  <a:cubicBezTo>
                    <a:pt x="8697468" y="3261391"/>
                    <a:pt x="8297926" y="3428756"/>
                    <a:pt x="7805039" y="3428756"/>
                  </a:cubicBezTo>
                  <a:lnTo>
                    <a:pt x="892429" y="3428756"/>
                  </a:lnTo>
                  <a:cubicBezTo>
                    <a:pt x="399542" y="3428703"/>
                    <a:pt x="0" y="3261391"/>
                    <a:pt x="0" y="305497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22868" cy="3439440"/>
            </a:xfrm>
            <a:custGeom>
              <a:avLst/>
              <a:gdLst/>
              <a:ahLst/>
              <a:cxnLst/>
              <a:rect r="r" b="b" t="t" l="l"/>
              <a:pathLst>
                <a:path h="3439440" w="8722868">
                  <a:moveTo>
                    <a:pt x="0" y="379099"/>
                  </a:moveTo>
                  <a:cubicBezTo>
                    <a:pt x="0" y="169706"/>
                    <a:pt x="405257" y="0"/>
                    <a:pt x="905129" y="0"/>
                  </a:cubicBezTo>
                  <a:lnTo>
                    <a:pt x="7817739" y="0"/>
                  </a:lnTo>
                  <a:lnTo>
                    <a:pt x="7817739" y="5320"/>
                  </a:lnTo>
                  <a:lnTo>
                    <a:pt x="7817739" y="0"/>
                  </a:lnTo>
                  <a:cubicBezTo>
                    <a:pt x="8317611" y="0"/>
                    <a:pt x="8722868" y="169706"/>
                    <a:pt x="8722868" y="379099"/>
                  </a:cubicBezTo>
                  <a:lnTo>
                    <a:pt x="8710168" y="379099"/>
                  </a:lnTo>
                  <a:lnTo>
                    <a:pt x="8722868" y="379099"/>
                  </a:lnTo>
                  <a:lnTo>
                    <a:pt x="8722868" y="3060297"/>
                  </a:lnTo>
                  <a:lnTo>
                    <a:pt x="8710168" y="3060297"/>
                  </a:lnTo>
                  <a:lnTo>
                    <a:pt x="8722868" y="3060297"/>
                  </a:lnTo>
                  <a:cubicBezTo>
                    <a:pt x="8722868" y="3269636"/>
                    <a:pt x="8317611" y="3439440"/>
                    <a:pt x="7817739" y="3439440"/>
                  </a:cubicBezTo>
                  <a:lnTo>
                    <a:pt x="7817739" y="3434076"/>
                  </a:lnTo>
                  <a:lnTo>
                    <a:pt x="7817739" y="3439440"/>
                  </a:lnTo>
                  <a:lnTo>
                    <a:pt x="905129" y="3439440"/>
                  </a:lnTo>
                  <a:lnTo>
                    <a:pt x="905129" y="3434076"/>
                  </a:lnTo>
                  <a:lnTo>
                    <a:pt x="905129" y="3439440"/>
                  </a:lnTo>
                  <a:cubicBezTo>
                    <a:pt x="405257" y="3439343"/>
                    <a:pt x="0" y="3269636"/>
                    <a:pt x="0" y="3060297"/>
                  </a:cubicBezTo>
                  <a:lnTo>
                    <a:pt x="0" y="379099"/>
                  </a:lnTo>
                  <a:lnTo>
                    <a:pt x="12700" y="379099"/>
                  </a:lnTo>
                  <a:lnTo>
                    <a:pt x="0" y="379099"/>
                  </a:lnTo>
                  <a:moveTo>
                    <a:pt x="25400" y="379099"/>
                  </a:moveTo>
                  <a:lnTo>
                    <a:pt x="25400" y="3060297"/>
                  </a:lnTo>
                  <a:lnTo>
                    <a:pt x="12700" y="3060297"/>
                  </a:lnTo>
                  <a:lnTo>
                    <a:pt x="25400" y="3060297"/>
                  </a:lnTo>
                  <a:cubicBezTo>
                    <a:pt x="25400" y="3263785"/>
                    <a:pt x="419227" y="3428703"/>
                    <a:pt x="905129" y="3428703"/>
                  </a:cubicBezTo>
                  <a:lnTo>
                    <a:pt x="7817739" y="3428703"/>
                  </a:lnTo>
                  <a:cubicBezTo>
                    <a:pt x="8303640" y="3428703"/>
                    <a:pt x="8697468" y="3263731"/>
                    <a:pt x="8697468" y="3060244"/>
                  </a:cubicBezTo>
                  <a:lnTo>
                    <a:pt x="8697468" y="379099"/>
                  </a:lnTo>
                  <a:cubicBezTo>
                    <a:pt x="8697468" y="175611"/>
                    <a:pt x="8303514" y="10640"/>
                    <a:pt x="7817739" y="10640"/>
                  </a:cubicBezTo>
                  <a:lnTo>
                    <a:pt x="905129" y="10640"/>
                  </a:lnTo>
                  <a:lnTo>
                    <a:pt x="905129" y="5320"/>
                  </a:lnTo>
                  <a:lnTo>
                    <a:pt x="905129" y="10640"/>
                  </a:lnTo>
                  <a:cubicBezTo>
                    <a:pt x="419227" y="10640"/>
                    <a:pt x="25400" y="175611"/>
                    <a:pt x="25400" y="379099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8722810" cy="35250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Cump</a:t>
              </a:r>
              <a:r>
                <a:rPr lang="en-US" sz="4200" u="sng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limiento Ágil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Proyecto ent</a:t>
              </a:r>
              <a:r>
                <a:rPr lang="en-US" sz="2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regado funcionalmente dentro de los Sprints planificados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659095" y="2091487"/>
            <a:ext cx="896981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</a:t>
            </a: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lusiones y Proyección</a:t>
            </a:r>
          </a:p>
        </p:txBody>
      </p:sp>
      <p:sp>
        <p:nvSpPr>
          <p:cNvPr name="AutoShape 5" id="5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“Plataforma de Gestión de Flota”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723045"/>
            <a:ext cx="6542107" cy="5910041"/>
            <a:chOff x="0" y="0"/>
            <a:chExt cx="8722810" cy="78800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189"/>
              <a:ext cx="8697468" cy="7855750"/>
            </a:xfrm>
            <a:custGeom>
              <a:avLst/>
              <a:gdLst/>
              <a:ahLst/>
              <a:cxnLst/>
              <a:rect r="r" b="b" t="t" l="l"/>
              <a:pathLst>
                <a:path h="7855750" w="8697468">
                  <a:moveTo>
                    <a:pt x="0" y="856379"/>
                  </a:moveTo>
                  <a:cubicBezTo>
                    <a:pt x="0" y="383457"/>
                    <a:pt x="399542" y="0"/>
                    <a:pt x="892429" y="0"/>
                  </a:cubicBezTo>
                  <a:lnTo>
                    <a:pt x="7805039" y="0"/>
                  </a:lnTo>
                  <a:cubicBezTo>
                    <a:pt x="8297926" y="0"/>
                    <a:pt x="8697468" y="383457"/>
                    <a:pt x="8697468" y="856379"/>
                  </a:cubicBezTo>
                  <a:lnTo>
                    <a:pt x="8697468" y="6999370"/>
                  </a:lnTo>
                  <a:cubicBezTo>
                    <a:pt x="8697468" y="7472292"/>
                    <a:pt x="8297926" y="7855749"/>
                    <a:pt x="7805039" y="7855749"/>
                  </a:cubicBezTo>
                  <a:lnTo>
                    <a:pt x="892429" y="7855749"/>
                  </a:lnTo>
                  <a:cubicBezTo>
                    <a:pt x="399542" y="7855628"/>
                    <a:pt x="0" y="7472292"/>
                    <a:pt x="0" y="699937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22868" cy="7880130"/>
            </a:xfrm>
            <a:custGeom>
              <a:avLst/>
              <a:gdLst/>
              <a:ahLst/>
              <a:cxnLst/>
              <a:rect r="r" b="b" t="t" l="l"/>
              <a:pathLst>
                <a:path h="7880130" w="8722868">
                  <a:moveTo>
                    <a:pt x="0" y="868568"/>
                  </a:moveTo>
                  <a:cubicBezTo>
                    <a:pt x="0" y="388820"/>
                    <a:pt x="405257" y="0"/>
                    <a:pt x="905129" y="0"/>
                  </a:cubicBezTo>
                  <a:lnTo>
                    <a:pt x="7817739" y="0"/>
                  </a:lnTo>
                  <a:lnTo>
                    <a:pt x="7817739" y="12189"/>
                  </a:lnTo>
                  <a:lnTo>
                    <a:pt x="7817739" y="0"/>
                  </a:lnTo>
                  <a:cubicBezTo>
                    <a:pt x="8317611" y="0"/>
                    <a:pt x="8722868" y="388820"/>
                    <a:pt x="8722868" y="868568"/>
                  </a:cubicBezTo>
                  <a:lnTo>
                    <a:pt x="8710168" y="868568"/>
                  </a:lnTo>
                  <a:lnTo>
                    <a:pt x="8722868" y="868568"/>
                  </a:lnTo>
                  <a:lnTo>
                    <a:pt x="8722868" y="7011559"/>
                  </a:lnTo>
                  <a:lnTo>
                    <a:pt x="8710168" y="7011559"/>
                  </a:lnTo>
                  <a:lnTo>
                    <a:pt x="8722868" y="7011559"/>
                  </a:lnTo>
                  <a:cubicBezTo>
                    <a:pt x="8722868" y="7491185"/>
                    <a:pt x="8317611" y="7880130"/>
                    <a:pt x="7817739" y="7880130"/>
                  </a:cubicBezTo>
                  <a:lnTo>
                    <a:pt x="7817739" y="7867938"/>
                  </a:lnTo>
                  <a:lnTo>
                    <a:pt x="7817739" y="7880130"/>
                  </a:lnTo>
                  <a:lnTo>
                    <a:pt x="905129" y="7880130"/>
                  </a:lnTo>
                  <a:lnTo>
                    <a:pt x="905129" y="7867938"/>
                  </a:lnTo>
                  <a:lnTo>
                    <a:pt x="905129" y="7880130"/>
                  </a:lnTo>
                  <a:cubicBezTo>
                    <a:pt x="405257" y="7880005"/>
                    <a:pt x="0" y="7491185"/>
                    <a:pt x="0" y="7011559"/>
                  </a:cubicBezTo>
                  <a:lnTo>
                    <a:pt x="0" y="868568"/>
                  </a:lnTo>
                  <a:lnTo>
                    <a:pt x="12700" y="868568"/>
                  </a:lnTo>
                  <a:lnTo>
                    <a:pt x="0" y="868568"/>
                  </a:lnTo>
                  <a:moveTo>
                    <a:pt x="25400" y="868568"/>
                  </a:moveTo>
                  <a:lnTo>
                    <a:pt x="25400" y="7011559"/>
                  </a:lnTo>
                  <a:lnTo>
                    <a:pt x="12700" y="7011559"/>
                  </a:lnTo>
                  <a:lnTo>
                    <a:pt x="25400" y="7011559"/>
                  </a:lnTo>
                  <a:cubicBezTo>
                    <a:pt x="25400" y="7477778"/>
                    <a:pt x="419227" y="7855627"/>
                    <a:pt x="905129" y="7855627"/>
                  </a:cubicBezTo>
                  <a:lnTo>
                    <a:pt x="7817739" y="7855627"/>
                  </a:lnTo>
                  <a:cubicBezTo>
                    <a:pt x="8303640" y="7855627"/>
                    <a:pt x="8697468" y="7477655"/>
                    <a:pt x="8697468" y="7011437"/>
                  </a:cubicBezTo>
                  <a:lnTo>
                    <a:pt x="8697468" y="868568"/>
                  </a:lnTo>
                  <a:cubicBezTo>
                    <a:pt x="8697468" y="402349"/>
                    <a:pt x="8303514" y="24377"/>
                    <a:pt x="7817739" y="24377"/>
                  </a:cubicBezTo>
                  <a:lnTo>
                    <a:pt x="905129" y="24377"/>
                  </a:lnTo>
                  <a:lnTo>
                    <a:pt x="905129" y="12189"/>
                  </a:lnTo>
                  <a:lnTo>
                    <a:pt x="905129" y="24377"/>
                  </a:lnTo>
                  <a:cubicBezTo>
                    <a:pt x="419227" y="24377"/>
                    <a:pt x="25400" y="402349"/>
                    <a:pt x="25400" y="868568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8722810" cy="79467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734058" indent="-367029" lvl="1">
                <a:lnSpc>
                  <a:spcPts val="4079"/>
                </a:lnSpc>
                <a:buFont typeface="Arial"/>
                <a:buChar char="•"/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Solución Real</a:t>
              </a:r>
              <a:r>
                <a:rPr lang="en-US" sz="3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Se entregó un software que resuelve un dolor operativo crítico de una gran empresa.</a:t>
              </a:r>
            </a:p>
            <a:p>
              <a:pPr algn="ctr">
                <a:lnSpc>
                  <a:spcPts val="4079"/>
                </a:lnSpc>
              </a:pPr>
            </a:p>
            <a:p>
              <a:pPr algn="ctr" marL="734058" indent="-367029" lvl="1">
                <a:lnSpc>
                  <a:spcPts val="4079"/>
                </a:lnSpc>
                <a:buFont typeface="Arial"/>
                <a:buChar char="•"/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</a:t>
              </a: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icacia de PHP</a:t>
              </a:r>
              <a:r>
                <a:rPr lang="en-US" sz="3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Validamos que una arquitectura web clásica (PHP + SQL) es perfecta para resolver problemas logísticos sin costos excesivos de infraestructura.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24455" y="3731419"/>
            <a:ext cx="6542107" cy="5387317"/>
            <a:chOff x="0" y="0"/>
            <a:chExt cx="8722810" cy="71830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1111"/>
              <a:ext cx="8697468" cy="7160934"/>
            </a:xfrm>
            <a:custGeom>
              <a:avLst/>
              <a:gdLst/>
              <a:ahLst/>
              <a:cxnLst/>
              <a:rect r="r" b="b" t="t" l="l"/>
              <a:pathLst>
                <a:path h="7160934" w="8697468">
                  <a:moveTo>
                    <a:pt x="0" y="780635"/>
                  </a:moveTo>
                  <a:cubicBezTo>
                    <a:pt x="0" y="349541"/>
                    <a:pt x="399542" y="0"/>
                    <a:pt x="892429" y="0"/>
                  </a:cubicBezTo>
                  <a:lnTo>
                    <a:pt x="7805039" y="0"/>
                  </a:lnTo>
                  <a:cubicBezTo>
                    <a:pt x="8297926" y="0"/>
                    <a:pt x="8697468" y="349541"/>
                    <a:pt x="8697468" y="780635"/>
                  </a:cubicBezTo>
                  <a:lnTo>
                    <a:pt x="8697468" y="6380298"/>
                  </a:lnTo>
                  <a:cubicBezTo>
                    <a:pt x="8697468" y="6811392"/>
                    <a:pt x="8297926" y="7160933"/>
                    <a:pt x="7805039" y="7160933"/>
                  </a:cubicBezTo>
                  <a:lnTo>
                    <a:pt x="892429" y="7160933"/>
                  </a:lnTo>
                  <a:cubicBezTo>
                    <a:pt x="399542" y="7160823"/>
                    <a:pt x="0" y="6811392"/>
                    <a:pt x="0" y="638029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22868" cy="7183165"/>
            </a:xfrm>
            <a:custGeom>
              <a:avLst/>
              <a:gdLst/>
              <a:ahLst/>
              <a:cxnLst/>
              <a:rect r="r" b="b" t="t" l="l"/>
              <a:pathLst>
                <a:path h="7183165" w="8722868">
                  <a:moveTo>
                    <a:pt x="0" y="791746"/>
                  </a:moveTo>
                  <a:cubicBezTo>
                    <a:pt x="0" y="354430"/>
                    <a:pt x="405257" y="0"/>
                    <a:pt x="905129" y="0"/>
                  </a:cubicBezTo>
                  <a:lnTo>
                    <a:pt x="7817739" y="0"/>
                  </a:lnTo>
                  <a:lnTo>
                    <a:pt x="7817739" y="11111"/>
                  </a:lnTo>
                  <a:lnTo>
                    <a:pt x="7817739" y="0"/>
                  </a:lnTo>
                  <a:cubicBezTo>
                    <a:pt x="8317611" y="0"/>
                    <a:pt x="8722868" y="354430"/>
                    <a:pt x="8722868" y="791746"/>
                  </a:cubicBezTo>
                  <a:lnTo>
                    <a:pt x="8710168" y="791746"/>
                  </a:lnTo>
                  <a:lnTo>
                    <a:pt x="8722868" y="791746"/>
                  </a:lnTo>
                  <a:lnTo>
                    <a:pt x="8722868" y="6391409"/>
                  </a:lnTo>
                  <a:lnTo>
                    <a:pt x="8710168" y="6391409"/>
                  </a:lnTo>
                  <a:lnTo>
                    <a:pt x="8722868" y="6391409"/>
                  </a:lnTo>
                  <a:cubicBezTo>
                    <a:pt x="8722868" y="6828613"/>
                    <a:pt x="8317611" y="7183165"/>
                    <a:pt x="7817739" y="7183165"/>
                  </a:cubicBezTo>
                  <a:lnTo>
                    <a:pt x="7817739" y="7172044"/>
                  </a:lnTo>
                  <a:lnTo>
                    <a:pt x="7817739" y="7183165"/>
                  </a:lnTo>
                  <a:lnTo>
                    <a:pt x="905129" y="7183165"/>
                  </a:lnTo>
                  <a:lnTo>
                    <a:pt x="905129" y="7172044"/>
                  </a:lnTo>
                  <a:lnTo>
                    <a:pt x="905129" y="7183165"/>
                  </a:lnTo>
                  <a:cubicBezTo>
                    <a:pt x="405257" y="7183044"/>
                    <a:pt x="0" y="6828613"/>
                    <a:pt x="0" y="6391409"/>
                  </a:cubicBezTo>
                  <a:lnTo>
                    <a:pt x="0" y="791746"/>
                  </a:lnTo>
                  <a:lnTo>
                    <a:pt x="12700" y="791746"/>
                  </a:lnTo>
                  <a:lnTo>
                    <a:pt x="0" y="791746"/>
                  </a:lnTo>
                  <a:moveTo>
                    <a:pt x="25400" y="791746"/>
                  </a:moveTo>
                  <a:lnTo>
                    <a:pt x="25400" y="6391409"/>
                  </a:lnTo>
                  <a:lnTo>
                    <a:pt x="12700" y="6391409"/>
                  </a:lnTo>
                  <a:lnTo>
                    <a:pt x="25400" y="6391409"/>
                  </a:lnTo>
                  <a:cubicBezTo>
                    <a:pt x="25400" y="6816392"/>
                    <a:pt x="419227" y="7160823"/>
                    <a:pt x="905129" y="7160823"/>
                  </a:cubicBezTo>
                  <a:lnTo>
                    <a:pt x="7817739" y="7160823"/>
                  </a:lnTo>
                  <a:cubicBezTo>
                    <a:pt x="8303640" y="7160823"/>
                    <a:pt x="8697468" y="6816281"/>
                    <a:pt x="8697468" y="6391298"/>
                  </a:cubicBezTo>
                  <a:lnTo>
                    <a:pt x="8697468" y="791746"/>
                  </a:lnTo>
                  <a:cubicBezTo>
                    <a:pt x="8697468" y="366763"/>
                    <a:pt x="8303514" y="22221"/>
                    <a:pt x="7817739" y="22221"/>
                  </a:cubicBezTo>
                  <a:lnTo>
                    <a:pt x="905129" y="22221"/>
                  </a:lnTo>
                  <a:lnTo>
                    <a:pt x="905129" y="11111"/>
                  </a:lnTo>
                  <a:lnTo>
                    <a:pt x="905129" y="22221"/>
                  </a:lnTo>
                  <a:cubicBezTo>
                    <a:pt x="419227" y="22221"/>
                    <a:pt x="25400" y="366763"/>
                    <a:pt x="25400" y="791746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8722810" cy="72497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 marL="734058" indent="-367029" lvl="1">
                <a:lnSpc>
                  <a:spcPts val="4079"/>
                </a:lnSpc>
                <a:buFont typeface="Arial"/>
                <a:buChar char="•"/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Módulos de Mantención</a:t>
              </a:r>
              <a:r>
                <a:rPr lang="en-US" sz="3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El sistema está listo para agregar alertas automáticas de mantenimiento (cambios de aceite, revisiones).</a:t>
              </a:r>
            </a:p>
            <a:p>
              <a:pPr algn="ctr">
                <a:lnSpc>
                  <a:spcPts val="4079"/>
                </a:lnSpc>
              </a:pPr>
            </a:p>
            <a:p>
              <a:pPr algn="ctr" marL="734058" indent="-367029" lvl="1">
                <a:lnSpc>
                  <a:spcPts val="4079"/>
                </a:lnSpc>
                <a:buFont typeface="Arial"/>
                <a:buChar char="•"/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</a:t>
              </a: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calabilidad</a:t>
              </a:r>
              <a:r>
                <a:rPr lang="en-US" sz="3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Al ser web, es fácil dar acceso a más áreas de PepsiCo sin instalar nada en los computadores.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075687" y="4469263"/>
            <a:ext cx="1013662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PREGUNTAS DE LA COMISIÓN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“Plataforma de Gestión de Flota”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DAG5pAJ78Jk</dc:identifier>
  <dcterms:modified xsi:type="dcterms:W3CDTF">2011-08-01T06:04:30Z</dcterms:modified>
  <cp:revision>1</cp:revision>
  <dc:title>Formato Presentación final.pptx</dc:title>
</cp:coreProperties>
</file>